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134"/>
          </a:solidFill>
          <a:ln>
            <a:solidFill>
              <a:srgbClr val="19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Gym Customer Churn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8C8C8"/>
                </a:solidFill>
              </a:rPr>
              <a:t>Exploratory Data Analysis Insights &amp; Retention Strategy</a:t>
            </a:r>
          </a:p>
        </p:txBody>
      </p:sp>
      <p:pic>
        <p:nvPicPr>
          <p:cNvPr id="5" name="Picture 4" descr="gym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Key Correlations with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92134"/>
                </a:solidFill>
              </a:defRPr>
            </a:pPr>
            <a:r>
              <a:t>Visits_Per_Month → Strong negative churn relation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Membership_Duration_Days → Strong negative churn relation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Workout_Engagement_Score → Strong negative churn relation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Avg_Workout_Duration_Min → Moderate negative churn relation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Calories_Per_Visit → Moderate negative churn relation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Top Features Reducing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92134"/>
                </a:solidFill>
              </a:defRPr>
            </a:pPr>
            <a:r>
              <a:t>Frequent gym visits improve customer engagement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Long membership duration builds workout habits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Higher workout engagement reflects commitment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Premium memberships increase financial attachment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Strength training consistency reduces dropout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22222"/>
          </a:solidFill>
          <a:ln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Features Associated with Higher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92134"/>
                </a:solidFill>
              </a:defRPr>
            </a:pPr>
            <a:r>
              <a:t>Young adults show higher schedule instability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Low monthly visits indicate weak gym habits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Short memberships often lead to early dropout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Low engagement scores reflect poor commitment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Basic membership users are more likely to leave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Seasonal joiners lose motivation over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Customers Most Likely to Stay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92134"/>
                </a:solidFill>
              </a:defRPr>
            </a:pPr>
            <a:r>
              <a:t>Adults and middle-aged customers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Frequent gym visitors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Long-term members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Strength-training users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Highly engaged customers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Premium plan subscribers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22222"/>
          </a:solidFill>
          <a:ln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Customers Most Likely to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92134"/>
                </a:solidFill>
              </a:defRPr>
            </a:pPr>
            <a:r>
              <a:t>Young adults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Low-engagement users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New members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Basic-plan subscribers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Infrequent gym visitors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Best Retention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92134"/>
                </a:solidFill>
              </a:defRPr>
            </a:pPr>
            <a:r>
              <a:t>Personalized workout plans and gamification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Fitness challenges to increase engagement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Push notifications and weekly goals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Reward systems for frequent visits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Target high-risk groups early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Focus on early retention during first membership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</a:rPr>
              <a:t>Final Business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92134"/>
                </a:solidFill>
              </a:defRPr>
            </a:pPr>
            <a:r>
              <a:t>Customer engagement is the strongest predictor of retention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Visit frequency and membership duration directly reduce churn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Premium members exhibit stronger long-term commitment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Early-stage retention programs are critical</a:t>
            </a:r>
          </a:p>
          <a:p>
            <a:pPr>
              <a:defRPr sz="1800">
                <a:solidFill>
                  <a:srgbClr val="192134"/>
                </a:solidFill>
              </a:defRPr>
            </a:pPr>
            <a:r>
              <a:t>Data-driven personalization can significantly improve loyalty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